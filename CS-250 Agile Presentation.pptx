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EEB55-D3DA-4102-AFDE-903BD4EEFF7A}" v="64" dt="2025-08-18T00:23:11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6300"/>
              <a:t>Agile Presentation</a:t>
            </a:r>
            <a:endParaRPr lang="en-US" sz="6300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/>
              <a:t>CS 250 Final Project</a:t>
            </a:r>
          </a:p>
          <a:p>
            <a:pPr>
              <a:lnSpc>
                <a:spcPct val="90000"/>
              </a:lnSpc>
            </a:pPr>
            <a:r>
              <a:rPr lang="en-US" sz="1800">
                <a:ea typeface="Calibri"/>
                <a:cs typeface="Calibri"/>
              </a:rPr>
              <a:t>Summer Stinnett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Agile Roles in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/>
              <a:t>Scrum Master – Guides meetings, ensures Agile principles are followed (Paula, n.d.).</a:t>
            </a:r>
          </a:p>
          <a:p>
            <a:pPr>
              <a:lnSpc>
                <a:spcPct val="90000"/>
              </a:lnSpc>
            </a:pPr>
            <a:r>
              <a:rPr lang="en-US" sz="2100"/>
              <a:t>Product Owner – Connects team with stakeholders, sets priorities (Konduru, n.d.).</a:t>
            </a:r>
            <a:endParaRPr lang="en-US" sz="21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2100"/>
              <a:t>Developers – Turn user stories into working product (Rehkopf, n.d.).</a:t>
            </a:r>
            <a:endParaRPr lang="en-US" sz="21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2100"/>
              <a:t>Testers – Verify features meet criteria, ensure quality and security.</a:t>
            </a:r>
            <a:endParaRPr lang="en-US" sz="21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800"/>
              <a:t>Agile Phases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/>
              <a:t>Requirements captured as user stories – single source of truth (Rehkopf, n.d.).</a:t>
            </a:r>
          </a:p>
          <a:p>
            <a:pPr>
              <a:lnSpc>
                <a:spcPct val="90000"/>
              </a:lnSpc>
            </a:pPr>
            <a:r>
              <a:rPr lang="en-US" sz="2100"/>
              <a:t>Iterative development – work is broken into sprints.</a:t>
            </a:r>
            <a:endParaRPr lang="en-US" sz="21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2100"/>
              <a:t>Testing integrated into each sprint – ensures quick feedback.</a:t>
            </a:r>
            <a:endParaRPr lang="en-US" sz="21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2100"/>
              <a:t>Continuous communication – keeps priorities aligned (Konduru, n.d.).</a:t>
            </a:r>
            <a:endParaRPr lang="en-US" sz="21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Waterfall Model (Contrast)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/>
              <a:t>Linear process: Requirements → Design → Development → Testing → Deployment.</a:t>
            </a:r>
            <a:endParaRPr lang="en-US" sz="2100">
              <a:ea typeface="Calibri"/>
              <a:cs typeface="Calibri"/>
            </a:endParaRPr>
          </a:p>
          <a:p>
            <a:r>
              <a:rPr lang="en-US" sz="2100"/>
              <a:t>Less flexible – changes are harder to adapt once development begins.</a:t>
            </a:r>
            <a:endParaRPr lang="en-US" sz="2100">
              <a:ea typeface="Calibri"/>
              <a:cs typeface="Calibri"/>
            </a:endParaRPr>
          </a:p>
          <a:p>
            <a:r>
              <a:rPr lang="en-US" sz="2100"/>
              <a:t>Issues discovered late in testing stage cause delays.</a:t>
            </a:r>
            <a:endParaRPr lang="en-US" sz="2100">
              <a:ea typeface="Calibri"/>
              <a:cs typeface="Calibri"/>
            </a:endParaRPr>
          </a:p>
          <a:p>
            <a:r>
              <a:rPr lang="en-US" sz="2100"/>
              <a:t>Example: Adjusting travel destinations mid-project would have uprooted a lot of work</a:t>
            </a:r>
            <a:endParaRPr lang="en-US" sz="21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800"/>
              <a:t>Agile or Waterfall?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/>
              <a:t>• Agile fits projects requiring flexibility and customer collaboration.</a:t>
            </a:r>
          </a:p>
          <a:p>
            <a:pPr>
              <a:lnSpc>
                <a:spcPct val="90000"/>
              </a:lnSpc>
            </a:pPr>
            <a:r>
              <a:rPr lang="en-US" sz="2100"/>
              <a:t>• Waterfall may work better for projects with stable, well-defined requirements.</a:t>
            </a:r>
          </a:p>
          <a:p>
            <a:pPr>
              <a:lnSpc>
                <a:spcPct val="90000"/>
              </a:lnSpc>
            </a:pPr>
            <a:r>
              <a:rPr lang="en-US" sz="2100"/>
              <a:t>• For SNHU Travel, Agile allowed adaptation to changing goals and ensured stakeholder input.</a:t>
            </a:r>
          </a:p>
          <a:p>
            <a:pPr>
              <a:lnSpc>
                <a:spcPct val="90000"/>
              </a:lnSpc>
            </a:pPr>
            <a:r>
              <a:rPr lang="en-US" sz="2100"/>
              <a:t>• Value-driven development helped deliver a successful final product.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/>
              <a:t>Agile enables transparency, adaptability, and stronger customer alignment.</a:t>
            </a:r>
            <a:endParaRPr lang="en-US" sz="2100">
              <a:ea typeface="Calibri"/>
              <a:cs typeface="Calibri"/>
            </a:endParaRPr>
          </a:p>
          <a:p>
            <a:r>
              <a:rPr lang="en-US" sz="2100"/>
              <a:t>Strengths in collaboration and flexibility make it a powerful approach.</a:t>
            </a:r>
            <a:endParaRPr lang="en-US" sz="2100">
              <a:ea typeface="Calibri"/>
              <a:cs typeface="Calibri"/>
            </a:endParaRPr>
          </a:p>
          <a:p>
            <a:r>
              <a:rPr lang="en-US" sz="2100"/>
              <a:t>Value-based delivery fosters long-term customer satisfaction.</a:t>
            </a:r>
            <a:endParaRPr lang="en-US" sz="21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dirty="0"/>
              <a:t>Konduru, S. (n.d.). How to prioritize user stories in Agile. </a:t>
            </a:r>
            <a:r>
              <a:rPr dirty="0" err="1"/>
              <a:t>PremierAgile</a:t>
            </a:r>
            <a:r>
              <a:rPr dirty="0"/>
              <a:t>.  https://premieragile.com/how-to-prioritize-user-stories-in-agile/</a:t>
            </a:r>
            <a:endParaRPr lang="en-US"/>
          </a:p>
          <a:p>
            <a:endParaRPr/>
          </a:p>
          <a:p>
            <a:r>
              <a:rPr dirty="0"/>
              <a:t>Paula. (n.d.). Communication crossroads: Bridging the gap between developers   and product owners. </a:t>
            </a:r>
            <a:r>
              <a:rPr dirty="0" err="1"/>
              <a:t>PremierAgile</a:t>
            </a:r>
            <a:r>
              <a:rPr dirty="0"/>
              <a:t>.</a:t>
            </a:r>
            <a:r>
              <a:rPr lang="en-US" dirty="0"/>
              <a:t> </a:t>
            </a:r>
            <a:r>
              <a:rPr dirty="0"/>
              <a:t>https://premieragile.com/communication-between-developers-and-product-owners/</a:t>
            </a:r>
            <a:endParaRPr dirty="0">
              <a:ea typeface="Calibri"/>
              <a:cs typeface="Calibri"/>
            </a:endParaRPr>
          </a:p>
          <a:p>
            <a:endParaRPr/>
          </a:p>
          <a:p>
            <a:r>
              <a:rPr dirty="0"/>
              <a:t>Rehkopf, M. (n.d.). User stories: Examples and template. Atlassian.  https://www.atlassian.com/agile/project-management/user-stories</a:t>
            </a:r>
            <a:endParaRPr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Agile Presentation</vt:lpstr>
      <vt:lpstr>Agile Roles in Scrum</vt:lpstr>
      <vt:lpstr>Agile Phases (SDLC)</vt:lpstr>
      <vt:lpstr>Waterfall Model (Contrast)</vt:lpstr>
      <vt:lpstr>Agile or Waterfall?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34</cp:revision>
  <dcterms:created xsi:type="dcterms:W3CDTF">2013-01-27T09:14:16Z</dcterms:created>
  <dcterms:modified xsi:type="dcterms:W3CDTF">2025-08-18T00:34:37Z</dcterms:modified>
  <cp:category/>
</cp:coreProperties>
</file>